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8" r:id="rId4"/>
    <p:sldId id="259" r:id="rId5"/>
    <p:sldId id="264" r:id="rId6"/>
    <p:sldId id="260" r:id="rId7"/>
    <p:sldId id="261" r:id="rId8"/>
    <p:sldId id="265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F059-EA56-406A-273D-237EAACEC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Data Analysis &amp; Business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4A1B9-025B-7BA6-6F30-B8DECF9E9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797880"/>
          </a:xfrm>
        </p:spPr>
        <p:txBody>
          <a:bodyPr>
            <a:normAutofit fontScale="77500" lnSpcReduction="20000"/>
          </a:bodyPr>
          <a:lstStyle/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EDA, Dashboard &amp; Insights</a:t>
            </a:r>
            <a:b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Poorvitha M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Data Analyst Intern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Project: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ApexPlanet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4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538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F289-FE5F-2029-DADB-2FEB0D70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304C85-C8CC-B2DE-D2D5-BA18FA45DF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56781"/>
            <a:ext cx="4831772" cy="2768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distribution and behavior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patterns and trends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business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476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DC5D3-977B-D48E-DE68-D3D1BF5C4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F71E4-B1BA-4C73-EC72-A8838669A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793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 id, name, segment, state, city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type: Mixed (categorical + numeric)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 / cleaned dataset 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181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DA79-66F9-850B-848D-CD8211310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582162-4C54-EDCA-535B-2F4D51807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874134"/>
            <a:ext cx="5185137" cy="173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Segment-wise customer distribution analyzed </a:t>
            </a:r>
          </a:p>
          <a:p>
            <a:r>
              <a:rPr lang="en-US" dirty="0"/>
              <a:t>State-wise concentration identified </a:t>
            </a:r>
          </a:p>
          <a:p>
            <a:r>
              <a:rPr lang="en-US" dirty="0"/>
              <a:t>Feature engineering: </a:t>
            </a:r>
            <a:r>
              <a:rPr lang="en-US" dirty="0" err="1"/>
              <a:t>name_length</a:t>
            </a:r>
            <a:r>
              <a:rPr lang="en-US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88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FF79-8FF7-1EEB-11D9-168619BB6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69198-CD2D-6711-1919-9C5804E3D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created using Excel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Visualizations: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distribution (Bar chart)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customer count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quick decision-making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029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9A9C-82B2-13C5-3124-90782B6C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67AE856-9BFC-1D2F-85F3-D5C1C01FE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3682" y="2045850"/>
            <a:ext cx="4549534" cy="27053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D5EB5F-AC1C-CB05-80AB-7D6DFC098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352" y="2045850"/>
            <a:ext cx="4027453" cy="27663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3137640-380E-C367-B53A-C8C8157C72DC}"/>
              </a:ext>
            </a:extLst>
          </p:cNvPr>
          <p:cNvSpPr txBox="1"/>
          <p:nvPr/>
        </p:nvSpPr>
        <p:spPr>
          <a:xfrm flipH="1">
            <a:off x="3087169" y="4998590"/>
            <a:ext cx="2005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Segment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25C372-DA2C-7688-16C3-831DC13ABBC8}"/>
              </a:ext>
            </a:extLst>
          </p:cNvPr>
          <p:cNvSpPr txBox="1"/>
          <p:nvPr/>
        </p:nvSpPr>
        <p:spPr>
          <a:xfrm>
            <a:off x="7643100" y="4973037"/>
            <a:ext cx="2208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State chart</a:t>
            </a:r>
          </a:p>
        </p:txBody>
      </p:sp>
    </p:spTree>
    <p:extLst>
      <p:ext uri="{BB962C8B-B14F-4D97-AF65-F5344CB8AC3E}">
        <p14:creationId xmlns:p14="http://schemas.microsoft.com/office/powerpoint/2010/main" val="3264903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EF1A-DA54-ED20-5847-7F817809F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086C3-A438-AC7D-BD72-501FED828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F05AE7-CA1F-E179-5A25-C722013CC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579" y="1357455"/>
            <a:ext cx="5420074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 dominates (~50%+)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California has the highest customer concentration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base is highly uneven across states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regions contribute majority of customers </a:t>
            </a:r>
          </a:p>
        </p:txBody>
      </p:sp>
    </p:spTree>
    <p:extLst>
      <p:ext uri="{BB962C8B-B14F-4D97-AF65-F5344CB8AC3E}">
        <p14:creationId xmlns:p14="http://schemas.microsoft.com/office/powerpoint/2010/main" val="193929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C3E20-4A17-92EC-B199-8CD91E73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231995-E5B1-0194-47EE-0A766845EC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75881"/>
            <a:ext cx="6014788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“Customer distribution varies significantly by segment”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Method: Basic comparison / observation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 has significantly higher count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should focus more on Consumer segment </a:t>
            </a:r>
          </a:p>
        </p:txBody>
      </p:sp>
    </p:spTree>
    <p:extLst>
      <p:ext uri="{BB962C8B-B14F-4D97-AF65-F5344CB8AC3E}">
        <p14:creationId xmlns:p14="http://schemas.microsoft.com/office/powerpoint/2010/main" val="2882503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095B-0F6B-5641-B149-D6E8B283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BF5695-8D67-8656-0302-291687B397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597874"/>
            <a:ext cx="5276188" cy="228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Focus marketing on high-performing segments </a:t>
            </a:r>
          </a:p>
          <a:p>
            <a:r>
              <a:rPr lang="en-US" dirty="0"/>
              <a:t>Target top states like California &amp; New York </a:t>
            </a:r>
          </a:p>
          <a:p>
            <a:r>
              <a:rPr lang="en-US" dirty="0"/>
              <a:t>Use data-driven strategies for growth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8329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{93068B45-A2AE-4678-8B6E-7517D0EF0E34}TFc986dd65-aaf0-4d5c-bef9-9c391ee05f7b738e0fce-4a319d133af4</Template>
  <TotalTime>1725</TotalTime>
  <Words>199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Times New Roman</vt:lpstr>
      <vt:lpstr>Gallery</vt:lpstr>
      <vt:lpstr>Customer Data Analysis &amp; Business Insights</vt:lpstr>
      <vt:lpstr>Objective</vt:lpstr>
      <vt:lpstr>Dataset </vt:lpstr>
      <vt:lpstr>Exploratory Data Analysis</vt:lpstr>
      <vt:lpstr>Dashboard</vt:lpstr>
      <vt:lpstr>Dashboard Visuals</vt:lpstr>
      <vt:lpstr>Insights</vt:lpstr>
      <vt:lpstr>Hypothesis Testing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Poorvitha M</dc:creator>
  <cp:lastModifiedBy>Poorvitha M</cp:lastModifiedBy>
  <cp:revision>5</cp:revision>
  <dcterms:created xsi:type="dcterms:W3CDTF">2026-04-18T09:20:23Z</dcterms:created>
  <dcterms:modified xsi:type="dcterms:W3CDTF">2026-04-30T13:18:02Z</dcterms:modified>
</cp:coreProperties>
</file>